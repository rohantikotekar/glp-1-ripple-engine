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GLP-1 Ripple Engine — an autonomous agent loop that trades the second-order effects of weight-loss drug catalysts. Built in 4 hours on Akash, fed by Nexla, guarded by Pomerium.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trades Lilly on GLP-1 news. We trade the snack aisle, the liquor store, and the CPAP maker — one step downstream, where the move isn't priced in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catalyst lights up the whole ripple: snacks, frozen food and alcohol short; sleep-apnea devices short; drug makers and telehealth long. Each edge carries a signed magnitude drawn from real GLP-1 consumption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judged loop-engineering element is load-bearing here: spec-first goal and stop condition, a real sense-plan-act-observe-decide cycle, state persisted outside the model, a verification gate that re-extracts on mismatch, Pomerium guardrails, and clean termination when catalysts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Nexla fuses four live feeds into the loop's senses. Akash hosts the model and the loop. Pomerium fences the agent's outbound calls. All three are load-bearing — remove one and the loop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shot: hit go, inject the catalyst, watch the ripple light up and the book move, then it stops itself when catalysts resolve. Close: a macro fund runs this thesis by hand — we automated it in 4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C4F5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23444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 ENGINE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383280" cy="310896"/>
          </a:xfrm>
          <a:prstGeom prst="roundRect">
            <a:avLst>
              <a:gd name="adj" fmla="val 50000"/>
            </a:avLst>
          </a:prstGeom>
          <a:solidFill>
            <a:srgbClr val="C4F5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GLP-1 SECOND-ORDER ALPHA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GLP-1 Ripple Engine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agent loop that trades the </a:t>
            </a:r>
            <a:pPr indent="0" marL="0">
              <a:buNone/>
            </a:pPr>
            <a:r>
              <a:rPr lang="en-US" sz="2000" b="1" dirty="0">
                <a:solidFill>
                  <a:srgbClr val="C4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effects</a:t>
            </a:r>
            <a:pPr indent="0" marL="0">
              <a:buNone/>
            </a:pPr>
            <a:r>
              <a:rPr lang="en-US" sz="20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weight-loss drug catalysts.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443484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7171D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4617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P&amp;L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48920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+$3,212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3246120" y="443484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7171D"/>
          </a:solidFill>
          <a:ln/>
        </p:spPr>
      </p:sp>
      <p:sp>
        <p:nvSpPr>
          <p:cNvPr id="13" name="Text 11"/>
          <p:cNvSpPr/>
          <p:nvPr/>
        </p:nvSpPr>
        <p:spPr>
          <a:xfrm>
            <a:off x="3502152" y="4617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48920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7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+$2,369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943600" y="443484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7171D"/>
          </a:solidFill>
          <a:ln/>
        </p:spPr>
      </p:sp>
      <p:sp>
        <p:nvSpPr>
          <p:cNvPr id="16" name="Text 14"/>
          <p:cNvSpPr/>
          <p:nvPr/>
        </p:nvSpPr>
        <p:spPr>
          <a:xfrm>
            <a:off x="6199632" y="4617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72200" y="48920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F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+$843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8641080" y="443484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7171D"/>
          </a:solidFill>
          <a:ln/>
        </p:spPr>
      </p:sp>
      <p:sp>
        <p:nvSpPr>
          <p:cNvPr id="19" name="Text 17"/>
          <p:cNvSpPr/>
          <p:nvPr/>
        </p:nvSpPr>
        <p:spPr>
          <a:xfrm>
            <a:off x="8897112" y="4617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A8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69680" y="48920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hrs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864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 ·  Nexla  ·  Pomerium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057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trades Lilly.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GLP-1 catalyst fires, the whole market piles into the same obvious names. The edge is gone before you click.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880360"/>
            <a:ext cx="5212080" cy="3291840"/>
          </a:xfrm>
          <a:prstGeom prst="roundRect">
            <a:avLst>
              <a:gd name="adj" fmla="val 2500"/>
            </a:avLst>
          </a:prstGeom>
          <a:solidFill>
            <a:srgbClr val="17171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CROWDED TRADE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6118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LLY on the phase-3 readout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41788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NVO on the approval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7457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7457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...so does everyone else, instantly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5312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53126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in before you're filled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89320" y="2880360"/>
            <a:ext cx="5669280" cy="3291840"/>
          </a:xfrm>
          <a:prstGeom prst="roundRect">
            <a:avLst>
              <a:gd name="adj" fmla="val 2500"/>
            </a:avLst>
          </a:prstGeom>
          <a:solidFill>
            <a:srgbClr val="17171D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154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4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MOVE — ONE STEP DOWNSTREAM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3611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snack aisle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39593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F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HSY · MDLZ · PEP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4434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liquor store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47823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8B7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STZ · DEO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5257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CPAP maker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09360" y="560527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4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RMD · INSP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C4F5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EDGE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Ripple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catalyst propagates through a hand-built impact graph: catalyst-type → sector → tickers → signed magnitude.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377440" cy="2651760"/>
          </a:xfrm>
          <a:prstGeom prst="roundRect">
            <a:avLst>
              <a:gd name="adj" fmla="val 3462"/>
            </a:avLst>
          </a:prstGeom>
          <a:solidFill>
            <a:srgbClr val="1F1F2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CATALYST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GLP-1</a:t>
            </a:r>
            <a:endParaRPr lang="en-US" sz="2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 volume</a:t>
            </a:r>
            <a:endParaRPr lang="en-US" sz="2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propagates 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2788920"/>
            <a:ext cx="4023360" cy="749808"/>
          </a:xfrm>
          <a:prstGeom prst="roundRect">
            <a:avLst>
              <a:gd name="adj" fmla="val 10976"/>
            </a:avLst>
          </a:prstGeom>
          <a:solidFill>
            <a:srgbClr val="17171D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2880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Snacks / CPG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02152" y="31912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HSY · MDLZ · PEP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00837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5FE6A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0083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0" y="2788920"/>
            <a:ext cx="4023360" cy="749808"/>
          </a:xfrm>
          <a:prstGeom prst="roundRect">
            <a:avLst>
              <a:gd name="adj" fmla="val 10976"/>
            </a:avLst>
          </a:prstGeom>
          <a:solidFill>
            <a:srgbClr val="17171D"/>
          </a:solidFill>
          <a:ln/>
        </p:spPr>
      </p:sp>
      <p:sp>
        <p:nvSpPr>
          <p:cNvPr id="16" name="Text 14"/>
          <p:cNvSpPr/>
          <p:nvPr/>
        </p:nvSpPr>
        <p:spPr>
          <a:xfrm>
            <a:off x="7754112" y="2880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 Food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54112" y="31912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NSRGY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378440" y="3008376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5FE6A8"/>
          </a:solidFill>
          <a:ln/>
        </p:spPr>
      </p:sp>
      <p:sp>
        <p:nvSpPr>
          <p:cNvPr id="19" name="Text 17"/>
          <p:cNvSpPr/>
          <p:nvPr/>
        </p:nvSpPr>
        <p:spPr>
          <a:xfrm>
            <a:off x="10378440" y="30083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685032"/>
            <a:ext cx="4023360" cy="749808"/>
          </a:xfrm>
          <a:prstGeom prst="roundRect">
            <a:avLst>
              <a:gd name="adj" fmla="val 10976"/>
            </a:avLst>
          </a:prstGeom>
          <a:solidFill>
            <a:srgbClr val="17171D"/>
          </a:solidFill>
          <a:ln/>
        </p:spPr>
      </p:sp>
      <p:sp>
        <p:nvSpPr>
          <p:cNvPr id="21" name="Text 19"/>
          <p:cNvSpPr/>
          <p:nvPr/>
        </p:nvSpPr>
        <p:spPr>
          <a:xfrm>
            <a:off x="3502152" y="37764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Alcohol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502152" y="40873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STZ · DEO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39044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8B7FF5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39044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0" y="3685032"/>
            <a:ext cx="4023360" cy="749808"/>
          </a:xfrm>
          <a:prstGeom prst="roundRect">
            <a:avLst>
              <a:gd name="adj" fmla="val 10976"/>
            </a:avLst>
          </a:prstGeom>
          <a:solidFill>
            <a:srgbClr val="17171D"/>
          </a:solidFill>
          <a:ln/>
        </p:spPr>
      </p:sp>
      <p:sp>
        <p:nvSpPr>
          <p:cNvPr id="26" name="Text 24"/>
          <p:cNvSpPr/>
          <p:nvPr/>
        </p:nvSpPr>
        <p:spPr>
          <a:xfrm>
            <a:off x="7754112" y="37764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Apnea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54112" y="40873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RMD · INSP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378440" y="39044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8B7FF5"/>
          </a:solidFill>
          <a:ln/>
        </p:spPr>
      </p:sp>
      <p:sp>
        <p:nvSpPr>
          <p:cNvPr id="29" name="Text 27"/>
          <p:cNvSpPr/>
          <p:nvPr/>
        </p:nvSpPr>
        <p:spPr>
          <a:xfrm>
            <a:off x="10378440" y="39044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46120" y="4581144"/>
            <a:ext cx="4023360" cy="749808"/>
          </a:xfrm>
          <a:prstGeom prst="roundRect">
            <a:avLst>
              <a:gd name="adj" fmla="val 10976"/>
            </a:avLst>
          </a:prstGeom>
          <a:solidFill>
            <a:srgbClr val="17171D"/>
          </a:solidFill>
          <a:ln/>
        </p:spPr>
      </p:sp>
      <p:sp>
        <p:nvSpPr>
          <p:cNvPr id="31" name="Text 29"/>
          <p:cNvSpPr/>
          <p:nvPr/>
        </p:nvSpPr>
        <p:spPr>
          <a:xfrm>
            <a:off x="3502152" y="467258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Makers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502152" y="4983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LLY · NVO · VKTX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26480" y="48006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4F542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48006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498080" y="4581144"/>
            <a:ext cx="4023360" cy="749808"/>
          </a:xfrm>
          <a:prstGeom prst="roundRect">
            <a:avLst>
              <a:gd name="adj" fmla="val 10976"/>
            </a:avLst>
          </a:prstGeom>
          <a:solidFill>
            <a:srgbClr val="17171D"/>
          </a:solidFill>
          <a:ln/>
        </p:spPr>
      </p:sp>
      <p:sp>
        <p:nvSpPr>
          <p:cNvPr id="36" name="Text 34"/>
          <p:cNvSpPr/>
          <p:nvPr/>
        </p:nvSpPr>
        <p:spPr>
          <a:xfrm>
            <a:off x="7754112" y="467258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Telehealth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754112" y="4983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0378440" y="480060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4F542"/>
          </a:solidFill>
          <a:ln/>
        </p:spPr>
      </p:sp>
      <p:sp>
        <p:nvSpPr>
          <p:cNvPr id="39" name="Text 37"/>
          <p:cNvSpPr/>
          <p:nvPr/>
        </p:nvSpPr>
        <p:spPr>
          <a:xfrm>
            <a:off x="10378440" y="48006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566160" cy="310896"/>
          </a:xfrm>
          <a:prstGeom prst="roundRect">
            <a:avLst>
              <a:gd name="adj" fmla="val 50000"/>
            </a:avLst>
          </a:prstGeom>
          <a:solidFill>
            <a:srgbClr val="8B7F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USED LOOP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agent loop — not a script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1F1F27"/>
          </a:solidFill>
          <a:ln w="12700">
            <a:solidFill>
              <a:srgbClr val="8B7F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29968" y="192024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1F1F27"/>
          </a:solidFill>
          <a:ln w="12700">
            <a:solidFill>
              <a:srgbClr val="8B7F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10128" y="192024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11296" y="192024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1F1F27"/>
          </a:solidFill>
          <a:ln w="12700">
            <a:solidFill>
              <a:srgbClr val="8B7F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91456" y="192024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992624" y="192024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1F1F27"/>
          </a:solidFill>
          <a:ln w="12700">
            <a:solidFill>
              <a:srgbClr val="8B7F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2624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2784" y="192024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73952" y="192024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1F1F27"/>
          </a:solidFill>
          <a:ln w="12700">
            <a:solidFill>
              <a:srgbClr val="8B7F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25786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every ~10s  ·  state persisted in state.json (outside the model)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7171D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35021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F542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Spec-first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4672" y="38679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goal + stop condition defined before code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25112" y="324612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7171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81144" y="35021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B7FF5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Sense→plan→act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81144" y="38679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cycle each tick in the loop harness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01584" y="324612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7171D"/>
          </a:solidFill>
          <a:ln/>
        </p:spPr>
      </p:sp>
      <p:sp>
        <p:nvSpPr>
          <p:cNvPr id="29" name="Shape 27"/>
          <p:cNvSpPr/>
          <p:nvPr/>
        </p:nvSpPr>
        <p:spPr>
          <a:xfrm>
            <a:off x="8357616" y="350215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FE6A8"/>
          </a:solidFill>
          <a:ln/>
        </p:spPr>
      </p:sp>
      <p:sp>
        <p:nvSpPr>
          <p:cNvPr id="30" name="Text 28"/>
          <p:cNvSpPr/>
          <p:nvPr/>
        </p:nvSpPr>
        <p:spPr>
          <a:xfrm>
            <a:off x="8604504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outside model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57616" y="386791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· positions · pnl live in state.json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8006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7171D"/>
          </a:solidFill>
          <a:ln/>
        </p:spPr>
      </p:sp>
      <p:sp>
        <p:nvSpPr>
          <p:cNvPr id="33" name="Shape 31"/>
          <p:cNvSpPr/>
          <p:nvPr/>
        </p:nvSpPr>
        <p:spPr>
          <a:xfrm>
            <a:off x="804672" y="50566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4F542"/>
          </a:solidFill>
          <a:ln/>
        </p:spPr>
      </p:sp>
      <p:sp>
        <p:nvSpPr>
          <p:cNvPr id="34" name="Text 32"/>
          <p:cNvSpPr/>
          <p:nvPr/>
        </p:nvSpPr>
        <p:spPr>
          <a:xfrm>
            <a:off x="1051560" y="4983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gate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4672" y="54223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check → re-extract before commit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325112" y="48006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7171D"/>
          </a:solidFill>
          <a:ln/>
        </p:spPr>
      </p:sp>
      <p:sp>
        <p:nvSpPr>
          <p:cNvPr id="37" name="Shape 35"/>
          <p:cNvSpPr/>
          <p:nvPr/>
        </p:nvSpPr>
        <p:spPr>
          <a:xfrm>
            <a:off x="4581144" y="50566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B7FF5"/>
          </a:solidFill>
          <a:ln/>
        </p:spPr>
      </p:sp>
      <p:sp>
        <p:nvSpPr>
          <p:cNvPr id="38" name="Text 36"/>
          <p:cNvSpPr/>
          <p:nvPr/>
        </p:nvSpPr>
        <p:spPr>
          <a:xfrm>
            <a:off x="4828032" y="4983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81144" y="54223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Pomerium allowlist on the runtime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01584" y="48006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17171D"/>
          </a:solidFill>
          <a:ln/>
        </p:spPr>
      </p:sp>
      <p:sp>
        <p:nvSpPr>
          <p:cNvPr id="41" name="Shape 39"/>
          <p:cNvSpPr/>
          <p:nvPr/>
        </p:nvSpPr>
        <p:spPr>
          <a:xfrm>
            <a:off x="8357616" y="50566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5FE6A8"/>
          </a:solidFill>
          <a:ln/>
        </p:spPr>
      </p:sp>
      <p:sp>
        <p:nvSpPr>
          <p:cNvPr id="42" name="Text 40"/>
          <p:cNvSpPr/>
          <p:nvPr/>
        </p:nvSpPr>
        <p:spPr>
          <a:xfrm>
            <a:off x="8604504" y="4983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termination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57616" y="5422392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when catalysts resolve — not infinite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5FE6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sponsors, all load-bearing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bolted on — pull any one and the loop stops working.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66160" cy="3520440"/>
          </a:xfrm>
          <a:prstGeom prst="roundRect">
            <a:avLst>
              <a:gd name="adj" fmla="val 2338"/>
            </a:avLst>
          </a:prstGeom>
          <a:solidFill>
            <a:srgbClr val="17171D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8346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C4F5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2852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NEXLA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1455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48640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4 live feeds — ClinicalTrials.gov, openFDA, prices, news — into one context per tick.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68680" y="5257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F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fusion is the loop's senses.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25112" y="2514600"/>
            <a:ext cx="3566160" cy="3520440"/>
          </a:xfrm>
          <a:prstGeom prst="roundRect">
            <a:avLst>
              <a:gd name="adj" fmla="val 2338"/>
            </a:avLst>
          </a:prstGeom>
          <a:solidFill>
            <a:srgbClr val="17171D"/>
          </a:solidFill>
          <a:ln/>
        </p:spPr>
      </p:sp>
      <p:sp>
        <p:nvSpPr>
          <p:cNvPr id="15" name="Shape 13"/>
          <p:cNvSpPr/>
          <p:nvPr/>
        </p:nvSpPr>
        <p:spPr>
          <a:xfrm>
            <a:off x="4645152" y="28346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8B7FF5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39512" y="2852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AKASH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39512" y="31455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7F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25112" y="4325112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45152" y="36118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both the reasoning model and the deployed loop container on decentralized compute.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645152" y="5257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7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 the whole agent lives on.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01584" y="2514600"/>
            <a:ext cx="3566160" cy="3520440"/>
          </a:xfrm>
          <a:prstGeom prst="roundRect">
            <a:avLst>
              <a:gd name="adj" fmla="val 2338"/>
            </a:avLst>
          </a:prstGeom>
          <a:solidFill>
            <a:srgbClr val="17171D"/>
          </a:solidFill>
          <a:ln/>
        </p:spPr>
      </p:sp>
      <p:sp>
        <p:nvSpPr>
          <p:cNvPr id="23" name="Shape 21"/>
          <p:cNvSpPr/>
          <p:nvPr/>
        </p:nvSpPr>
        <p:spPr>
          <a:xfrm>
            <a:off x="8421624" y="28346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5FE6A8"/>
          </a:solidFill>
          <a:ln/>
        </p:spPr>
      </p:sp>
      <p:sp>
        <p:nvSpPr>
          <p:cNvPr id="24" name="Text 22"/>
          <p:cNvSpPr/>
          <p:nvPr/>
        </p:nvSpPr>
        <p:spPr>
          <a:xfrm>
            <a:off x="8421624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015984" y="2852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POMERIUM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015984" y="31455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01584" y="8101584"/>
            <a:ext cx="9144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421624" y="36118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Allowlist: the agent may only reach trial, FDA, price &amp; news domains. Everything else blocked.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421624" y="52578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 on an autonomous book.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5C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→ reason → act, on Akash · fed by Nexla · fenced by Pomerium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4F5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MONEY SHOT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a catalyst → watch it ripple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33472" cy="2286000"/>
          </a:xfrm>
          <a:prstGeom prst="roundRect">
            <a:avLst>
              <a:gd name="adj" fmla="val 3600"/>
            </a:avLst>
          </a:prstGeom>
          <a:solidFill>
            <a:srgbClr val="17171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48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 go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2918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tick 1 — nothing new yet.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4992" y="1965960"/>
            <a:ext cx="2633472" cy="2286000"/>
          </a:xfrm>
          <a:prstGeom prst="roundRect">
            <a:avLst>
              <a:gd name="adj" fmla="val 3600"/>
            </a:avLst>
          </a:prstGeom>
          <a:solidFill>
            <a:srgbClr val="17171D"/>
          </a:solidFill>
          <a:ln/>
        </p:spPr>
      </p:sp>
      <p:sp>
        <p:nvSpPr>
          <p:cNvPr id="10" name="Text 8"/>
          <p:cNvSpPr/>
          <p:nvPr/>
        </p:nvSpPr>
        <p:spPr>
          <a:xfrm>
            <a:off x="3621024" y="2148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21024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catalyst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21024" y="32918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map lights up snacks, alcohol, devices.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965960"/>
            <a:ext cx="2633472" cy="2286000"/>
          </a:xfrm>
          <a:prstGeom prst="roundRect">
            <a:avLst>
              <a:gd name="adj" fmla="val 3600"/>
            </a:avLst>
          </a:prstGeom>
          <a:solidFill>
            <a:srgbClr val="17171D"/>
          </a:solidFill>
          <a:ln/>
        </p:spPr>
      </p:sp>
      <p:sp>
        <p:nvSpPr>
          <p:cNvPr id="14" name="Text 12"/>
          <p:cNvSpPr/>
          <p:nvPr/>
        </p:nvSpPr>
        <p:spPr>
          <a:xfrm>
            <a:off x="6437376" y="2148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F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37376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updates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37376" y="32918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move, P&amp;L ticks up in real time.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97696" y="1965960"/>
            <a:ext cx="2633472" cy="2286000"/>
          </a:xfrm>
          <a:prstGeom prst="roundRect">
            <a:avLst>
              <a:gd name="adj" fmla="val 3600"/>
            </a:avLst>
          </a:prstGeom>
          <a:solidFill>
            <a:srgbClr val="17171D"/>
          </a:solidFill>
          <a:ln/>
        </p:spPr>
      </p:sp>
      <p:sp>
        <p:nvSpPr>
          <p:cNvPr id="18" name="Text 16"/>
          <p:cNvSpPr/>
          <p:nvPr/>
        </p:nvSpPr>
        <p:spPr>
          <a:xfrm>
            <a:off x="9253728" y="21488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FE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253728" y="2880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stops itself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53728" y="3291840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Catalysts resolve → clean termination.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11091672" cy="1600200"/>
          </a:xfrm>
          <a:prstGeom prst="roundRect">
            <a:avLst>
              <a:gd name="adj" fmla="val 5143"/>
            </a:avLst>
          </a:prstGeom>
          <a:solidFill>
            <a:srgbClr val="C4F54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8463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macro fund runs this thesis by hand.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14400" y="539496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automated it in 4 hours.”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4400" y="587044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3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Akash · guarded by Pomerium · fed by Nexla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2026-07-17T21:07:03Z</dcterms:created>
  <dcterms:modified xsi:type="dcterms:W3CDTF">2026-07-17T21:07:03Z</dcterms:modified>
</cp:coreProperties>
</file>